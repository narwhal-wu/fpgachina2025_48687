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AFE"/>
    <a:srgbClr val="0F7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25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36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82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44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48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2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92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51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47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70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5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6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45459-9A05-4835-A000-BB89C39DF47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35AD3-5876-46E8-82AB-F67D468C7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97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249BAE2-D285-94F6-24A1-E281E68697D2}"/>
              </a:ext>
            </a:extLst>
          </p:cNvPr>
          <p:cNvSpPr/>
          <p:nvPr/>
        </p:nvSpPr>
        <p:spPr>
          <a:xfrm>
            <a:off x="0" y="0"/>
            <a:ext cx="15119350" cy="2641600"/>
          </a:xfrm>
          <a:prstGeom prst="rect">
            <a:avLst/>
          </a:prstGeom>
          <a:solidFill>
            <a:srgbClr val="777A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/>
              <a:t>OpenRV</a:t>
            </a:r>
            <a:r>
              <a:rPr lang="en-US" altLang="zh-CN" sz="3600" b="1" dirty="0"/>
              <a:t> - A five-stage pipeline processor and SoC system based on RISC-V</a:t>
            </a:r>
            <a:endParaRPr lang="zh-CN" altLang="en-US" sz="36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75EDBF-065C-B581-7C14-40C7D0DCB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641600"/>
            <a:ext cx="5978992" cy="536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3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12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Molora</dc:creator>
  <cp:lastModifiedBy>Molora</cp:lastModifiedBy>
  <cp:revision>3</cp:revision>
  <dcterms:created xsi:type="dcterms:W3CDTF">2025-11-05T12:05:58Z</dcterms:created>
  <dcterms:modified xsi:type="dcterms:W3CDTF">2025-11-05T12:12:28Z</dcterms:modified>
</cp:coreProperties>
</file>